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58" y="8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117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205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306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63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642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9276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475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571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4938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8999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0046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191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3111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4592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661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334C25-00E4-4FD1-96FD-486D149D915C}" type="datetimeFigureOut">
              <a:rPr lang="ru-RU" smtClean="0"/>
              <a:t>15.03.2025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E73E37A9-D564-4239-ABF1-5096C91DD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896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  <p:sldLayoutId id="2147483874" r:id="rId14"/>
    <p:sldLayoutId id="2147483875" r:id="rId15"/>
    <p:sldLayoutId id="21474838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76378" y="2542557"/>
            <a:ext cx="9031856" cy="1646302"/>
          </a:xfrm>
        </p:spPr>
        <p:txBody>
          <a:bodyPr/>
          <a:lstStyle/>
          <a:p>
            <a:pPr algn="l"/>
            <a:r>
              <a:rPr lang="ru-RU" dirty="0"/>
              <a:t>Отличия в восприятии устной, визуальной и аудиоинформации и их влияние на эффективность коммуникации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5681225"/>
            <a:ext cx="7766936" cy="1096899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 smtClean="0"/>
              <a:t>Работы выполнил</a:t>
            </a:r>
          </a:p>
          <a:p>
            <a:pPr algn="l"/>
            <a:r>
              <a:rPr lang="ru-RU" dirty="0" smtClean="0"/>
              <a:t>Студент группы ИКБО-20-23</a:t>
            </a:r>
          </a:p>
          <a:p>
            <a:pPr algn="l"/>
            <a:r>
              <a:rPr lang="ru-RU" dirty="0" smtClean="0"/>
              <a:t>Кузнецов Л. 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5654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dirty="0" smtClean="0"/>
              <a:t>Что такое восприятие?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901132"/>
            <a:ext cx="8596668" cy="3880773"/>
          </a:xfrm>
        </p:spPr>
        <p:txBody>
          <a:bodyPr/>
          <a:lstStyle/>
          <a:p>
            <a:r>
              <a:rPr lang="ru-RU" dirty="0"/>
              <a:t>Восприятие – это процесс, посредством которого происходит формирование образов окружающего мира, отражение реальности в психике.</a:t>
            </a:r>
            <a:endParaRPr lang="ru-RU" dirty="0"/>
          </a:p>
        </p:txBody>
      </p:sp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161" y="4465138"/>
            <a:ext cx="2983529" cy="1989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337" y="4530766"/>
            <a:ext cx="1923391" cy="1923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053" y="1775856"/>
            <a:ext cx="5170667" cy="2299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424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dirty="0" smtClean="0"/>
              <a:t>Зрительное </a:t>
            </a:r>
            <a:r>
              <a:rPr lang="ru-RU" dirty="0" err="1" smtClean="0"/>
              <a:t>воприятие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0659" y="1031876"/>
            <a:ext cx="4447116" cy="3880773"/>
          </a:xfrm>
        </p:spPr>
        <p:txBody>
          <a:bodyPr/>
          <a:lstStyle/>
          <a:p>
            <a:r>
              <a:rPr lang="ru-RU" dirty="0" smtClean="0"/>
              <a:t>Зрительное восприятие – это основный вид восприятия, предоставляющий человеку до 90% всей поступающей информации.</a:t>
            </a:r>
          </a:p>
          <a:p>
            <a:endParaRPr lang="ru-RU" dirty="0"/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894" y="582361"/>
            <a:ext cx="3822108" cy="3806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170" y="4623725"/>
            <a:ext cx="7400925" cy="2257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3170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smtClean="0"/>
              <a:t>Восприятие айдиоинформации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4909" y="1617664"/>
            <a:ext cx="5506950" cy="3880773"/>
          </a:xfrm>
        </p:spPr>
        <p:txBody>
          <a:bodyPr/>
          <a:lstStyle/>
          <a:p>
            <a:r>
              <a:rPr lang="ru-RU" dirty="0" smtClean="0"/>
              <a:t>Ещё 9% поступают в виде аудиоинформации.</a:t>
            </a:r>
            <a:endParaRPr lang="ru-RU" dirty="0"/>
          </a:p>
        </p:txBody>
      </p:sp>
      <p:pic>
        <p:nvPicPr>
          <p:cNvPr id="3074" name="Picture 2" descr="https://bestmemes.ucoz.net/_nw/29/5731714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859" y="2067387"/>
            <a:ext cx="4300049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09" y="2846851"/>
            <a:ext cx="5241688" cy="294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216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dirty="0" smtClean="0"/>
              <a:t>Восприятие устной речи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452101"/>
            <a:ext cx="8596668" cy="3880773"/>
          </a:xfrm>
        </p:spPr>
        <p:txBody>
          <a:bodyPr/>
          <a:lstStyle/>
          <a:p>
            <a:r>
              <a:rPr lang="ru-RU" dirty="0" smtClean="0"/>
              <a:t>Устная речь как часть всей аудиоинформации</a:t>
            </a:r>
            <a:endParaRPr lang="ru-RU" dirty="0"/>
          </a:p>
        </p:txBody>
      </p:sp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51" y="546894"/>
            <a:ext cx="3196348" cy="5691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" y="2830521"/>
            <a:ext cx="5105400" cy="3407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789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dirty="0" smtClean="0"/>
              <a:t>Сравнение разновидностей восприятия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299" y="752757"/>
            <a:ext cx="5604933" cy="420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161" y="5128419"/>
            <a:ext cx="7783011" cy="165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88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274002" cy="1320800"/>
          </a:xfrm>
        </p:spPr>
        <p:txBody>
          <a:bodyPr/>
          <a:lstStyle/>
          <a:p>
            <a:r>
              <a:rPr lang="ru-RU" dirty="0" smtClean="0"/>
              <a:t>Влияние факторов восприятия на коммуникацию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33" y="2978150"/>
            <a:ext cx="6820776" cy="3879850"/>
          </a:xfrm>
        </p:spPr>
      </p:pic>
      <p:pic>
        <p:nvPicPr>
          <p:cNvPr id="6146" name="Picture 2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014" y="2308225"/>
            <a:ext cx="3924587" cy="260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038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738" y="764876"/>
            <a:ext cx="8596668" cy="13208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56961" y="2812197"/>
            <a:ext cx="4878078" cy="1160582"/>
          </a:xfrm>
        </p:spPr>
        <p:txBody>
          <a:bodyPr/>
          <a:lstStyle/>
          <a:p>
            <a:pPr marL="0" indent="0" algn="ctr">
              <a:buNone/>
            </a:pPr>
            <a:r>
              <a:rPr lang="ru-RU" sz="4000" dirty="0" smtClean="0"/>
              <a:t>Конец презентации</a:t>
            </a:r>
          </a:p>
          <a:p>
            <a:pPr marL="0" indent="0" algn="ctr">
              <a:buNone/>
            </a:pPr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4476691"/>
      </p:ext>
    </p:extLst>
  </p:cSld>
  <p:clrMapOvr>
    <a:masterClrMapping/>
  </p:clrMapOvr>
</p:sld>
</file>

<file path=ppt/theme/theme1.xml><?xml version="1.0" encoding="utf-8"?>
<a:theme xmlns:a="http://schemas.openxmlformats.org/drawingml/2006/main" name="Грань">
  <a:themeElements>
    <a:clrScheme name="Грань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86</TotalTime>
  <Words>81</Words>
  <Application>Microsoft Office PowerPoint</Application>
  <PresentationFormat>Широкоэкранный</PresentationFormat>
  <Paragraphs>16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Грань</vt:lpstr>
      <vt:lpstr>Отличия в восприятии устной, визуальной и аудиоинформации и их влияние на эффективность коммуникации</vt:lpstr>
      <vt:lpstr>Что такое восприятие?</vt:lpstr>
      <vt:lpstr>Зрительное воприятие</vt:lpstr>
      <vt:lpstr>Восприятие айдиоинформации</vt:lpstr>
      <vt:lpstr>Восприятие устной речи</vt:lpstr>
      <vt:lpstr>Сравнение разновидностей восприятия</vt:lpstr>
      <vt:lpstr>Влияние факторов восприятия на коммуникацию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Отличия в восприятии устной, визуальной и аудиоинформации и их влияние на эффективность коммуникации</dc:title>
  <dc:creator>Учетная запись Майкрософт</dc:creator>
  <cp:lastModifiedBy>Учетная запись Майкрософт</cp:lastModifiedBy>
  <cp:revision>15</cp:revision>
  <dcterms:created xsi:type="dcterms:W3CDTF">2025-03-15T19:35:23Z</dcterms:created>
  <dcterms:modified xsi:type="dcterms:W3CDTF">2025-03-15T21:01:34Z</dcterms:modified>
</cp:coreProperties>
</file>