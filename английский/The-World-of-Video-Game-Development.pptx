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Kanit Light"/>
      <p:regular r:id="rId15"/>
    </p:embeddedFont>
    <p:embeddedFont>
      <p:font typeface="Kanit Light"/>
      <p:regular r:id="rId16"/>
    </p:embeddedFont>
    <p:embeddedFont>
      <p:font typeface="Kanit Light"/>
      <p:regular r:id="rId17"/>
    </p:embeddedFont>
    <p:embeddedFont>
      <p:font typeface="Kanit Light"/>
      <p:regular r:id="rId18"/>
    </p:embeddedFont>
    <p:embeddedFont>
      <p:font typeface="Martel Sans"/>
      <p:regular r:id="rId19"/>
    </p:embeddedFont>
    <p:embeddedFont>
      <p:font typeface="Martel Sans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BF4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6553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The World of Video Game Development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12325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Explore the exciting profession of a game developer. The global video game market exceeded $200 billion in 2023. Over 3 billion gamers worldwide enjoy immersive experiences.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484019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410" y="5491639"/>
            <a:ext cx="347663" cy="347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0040" y="5467112"/>
            <a:ext cx="2461617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2C3249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by Лев Кузнецов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9730"/>
            <a:ext cx="70112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Roles in Game Development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1213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8860" y="2854643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Programmers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380423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Develop core logic and engine using C++ and C#.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5893" y="281213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0963" y="2854643"/>
            <a:ext cx="340162" cy="4252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73008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Designers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73008" y="3380423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Shape gameplay, levels, and systems with Unity and Unreal Engine.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77995" y="281213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065" y="2854643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15111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Artists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415111" y="3380423"/>
            <a:ext cx="342149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Create visual assets, characters, and environments using Maya, Blender, and Photoshop.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93790" y="528566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5328166"/>
            <a:ext cx="340162" cy="4252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30906" y="53635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Audio Engineers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1530906" y="5853946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Produce sound effects, music, and voiceovers with FMOD and Wwise.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7457003" y="528566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074" y="5328166"/>
            <a:ext cx="340162" cy="42529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194119" y="53635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Producers</a:t>
            </a:r>
            <a:endParaRPr lang="en-US" sz="2200" dirty="0"/>
          </a:p>
        </p:txBody>
      </p:sp>
      <p:sp>
        <p:nvSpPr>
          <p:cNvPr id="22" name="Text 15"/>
          <p:cNvSpPr/>
          <p:nvPr/>
        </p:nvSpPr>
        <p:spPr>
          <a:xfrm>
            <a:off x="8194119" y="5853946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Manage projects, schedules, and team coordination.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1160" y="784860"/>
            <a:ext cx="7424380" cy="63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40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Essential Skills and Qualifications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11160" y="1826181"/>
            <a:ext cx="7721679" cy="670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50"/>
              </a:lnSpc>
              <a:buNone/>
            </a:pPr>
            <a:r>
              <a:rPr lang="en-US" sz="5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$70K</a:t>
            </a:r>
            <a:endParaRPr lang="en-US" sz="5250" dirty="0"/>
          </a:p>
        </p:txBody>
      </p:sp>
      <p:sp>
        <p:nvSpPr>
          <p:cNvPr id="5" name="Text 2"/>
          <p:cNvSpPr/>
          <p:nvPr/>
        </p:nvSpPr>
        <p:spPr>
          <a:xfrm>
            <a:off x="3301960" y="2750701"/>
            <a:ext cx="2539960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Avg. Salary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11160" y="3190042"/>
            <a:ext cx="7721679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Annual income range for game developers in the US.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1160" y="4226362"/>
            <a:ext cx="7721679" cy="670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250"/>
              </a:lnSpc>
              <a:buNone/>
            </a:pPr>
            <a:r>
              <a:rPr lang="en-US" sz="52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$120K</a:t>
            </a:r>
            <a:endParaRPr lang="en-US" sz="5250" dirty="0"/>
          </a:p>
        </p:txBody>
      </p:sp>
      <p:sp>
        <p:nvSpPr>
          <p:cNvPr id="8" name="Text 5"/>
          <p:cNvSpPr/>
          <p:nvPr/>
        </p:nvSpPr>
        <p:spPr>
          <a:xfrm>
            <a:off x="3301960" y="5150882"/>
            <a:ext cx="2539960" cy="317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9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Top-End Salary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11160" y="5590223"/>
            <a:ext cx="7721679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Potential annual earnings for experienced professionals.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1160" y="6143982"/>
            <a:ext cx="7721679" cy="1300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Technical skills include programming languages, game engines, and software proficiency. Creative skills involve design thinking and visual storytelling. Soft skills are teamwork, communication, problem-solving, and adaptability. Key tools are Unity, Unreal Engine, Git, Jira, and Perforce.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9106" y="838676"/>
            <a:ext cx="7190303" cy="618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8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Education and Training Pathways</a:t>
            </a:r>
            <a:endParaRPr lang="en-US" sz="3850" dirty="0"/>
          </a:p>
        </p:txBody>
      </p:sp>
      <p:sp>
        <p:nvSpPr>
          <p:cNvPr id="4" name="Shape 1"/>
          <p:cNvSpPr/>
          <p:nvPr/>
        </p:nvSpPr>
        <p:spPr>
          <a:xfrm>
            <a:off x="6179106" y="1754029"/>
            <a:ext cx="7758589" cy="720209"/>
          </a:xfrm>
          <a:prstGeom prst="roundRect">
            <a:avLst>
              <a:gd name="adj" fmla="val 11543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384607" y="1959531"/>
            <a:ext cx="6479977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Bachelor'H4&gt; Degrees in Computer Science or Game Design.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6179106" y="2672120"/>
            <a:ext cx="7758589" cy="1155621"/>
          </a:xfrm>
          <a:prstGeom prst="roundRect">
            <a:avLst>
              <a:gd name="adj" fmla="val 719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84607" y="2877622"/>
            <a:ext cx="2474238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Specialized Programs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384607" y="3305532"/>
            <a:ext cx="7347585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Game development bootcamps and vocational courses.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179106" y="4025622"/>
            <a:ext cx="7758589" cy="1155621"/>
          </a:xfrm>
          <a:prstGeom prst="roundRect">
            <a:avLst>
              <a:gd name="adj" fmla="val 719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84607" y="4231124"/>
            <a:ext cx="2474238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Online Resources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384607" y="4659035"/>
            <a:ext cx="7347585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Tutorials, courses, and community forums from Coursera and Udemy.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179106" y="5379125"/>
            <a:ext cx="7758589" cy="1155621"/>
          </a:xfrm>
          <a:prstGeom prst="roundRect">
            <a:avLst>
              <a:gd name="adj" fmla="val 7194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384607" y="5584627"/>
            <a:ext cx="2474238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Portfolio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6384607" y="6012537"/>
            <a:ext cx="7347585" cy="316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Showcase personal projects and contributions.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179106" y="6757392"/>
            <a:ext cx="7758589" cy="633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Major companies include Electronic Arts (EA), Activision Blizzard, Ubisoft, Nintendo, and Sony.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4726" y="522208"/>
            <a:ext cx="5909072" cy="593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Day-to-Day Responsibilities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4726" y="1495544"/>
            <a:ext cx="949643" cy="11395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99166" y="1685449"/>
            <a:ext cx="2374106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Coding &amp; Debugging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899166" y="2096095"/>
            <a:ext cx="12066508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Writing clean, efficient code and resolving issues.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26" y="2635091"/>
            <a:ext cx="949643" cy="11395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99166" y="2824996"/>
            <a:ext cx="2639258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Design &amp; Implementation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1899166" y="3235643"/>
            <a:ext cx="12066508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Crafting and integrating gameplay mechanics.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26" y="3774638"/>
            <a:ext cx="949643" cy="11395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99166" y="3964543"/>
            <a:ext cx="2374106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Asset Integration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899166" y="4375190"/>
            <a:ext cx="12066508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Creating and adding visual components.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26" y="4914186"/>
            <a:ext cx="949643" cy="11395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99166" y="5104090"/>
            <a:ext cx="2374106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Team Collaboration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899166" y="5514737"/>
            <a:ext cx="12066508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Working with cross-functional teams.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26" y="6053733"/>
            <a:ext cx="949643" cy="113954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99166" y="6243638"/>
            <a:ext cx="2374106" cy="296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Testing &amp; Refinement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1899166" y="6654284"/>
            <a:ext cx="12066508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Ensuring game features work flawlessly.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664726" y="7406878"/>
            <a:ext cx="13300948" cy="30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Meetings include daily stand-ups, sprint planning, and design reviews. Common workflows are Agile, Scrum, and Waterfall.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50551"/>
            <a:ext cx="830568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Industry Trends and Technologies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263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VR/AR Gaming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0745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Immersive experiences through Virtual and Augmented Reality.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3600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Cloud Gaming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94121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Streaming games on demand from remote servers.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309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Mobile Gaming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611207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Development for iOS and Android platforms.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28263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Blockchain &amp; NFTs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99521" y="34074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Integration of digital assets and decentralized ownership.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AI &amp; Machine Learning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99521" y="457831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Enhancing gameplay and player experiences.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1680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Market Growth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599521" y="57491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Expected 9% CAGR through 2028.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50739"/>
            <a:ext cx="783228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Career Paths and Opportunities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13146"/>
            <a:ext cx="2173724" cy="1306949"/>
          </a:xfrm>
          <a:prstGeom prst="roundRect">
            <a:avLst>
              <a:gd name="adj" fmla="val 728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21167" y="2767251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3194328" y="25399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Entry-Level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194328" y="3030379"/>
            <a:ext cx="60609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Junior Programmer, Associate Designer, Assistant Artist.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3080861" y="3604855"/>
            <a:ext cx="10642402" cy="15240"/>
          </a:xfrm>
          <a:prstGeom prst="roundRect">
            <a:avLst>
              <a:gd name="adj" fmla="val 625116"/>
            </a:avLst>
          </a:prstGeom>
          <a:solidFill>
            <a:srgbClr val="C5D2CF"/>
          </a:solidFill>
          <a:ln/>
        </p:spPr>
      </p:sp>
      <p:sp>
        <p:nvSpPr>
          <p:cNvPr id="8" name="Shape 6"/>
          <p:cNvSpPr/>
          <p:nvPr/>
        </p:nvSpPr>
        <p:spPr>
          <a:xfrm>
            <a:off x="793790" y="3733443"/>
            <a:ext cx="4347567" cy="1306949"/>
          </a:xfrm>
          <a:prstGeom prst="roundRect">
            <a:avLst>
              <a:gd name="adj" fmla="val 728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08089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5368171" y="39602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Mid-Level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68171" y="4450675"/>
            <a:ext cx="490978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Game Programmer, Game Designer, 3D Artist.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5254704" y="5025152"/>
            <a:ext cx="8468558" cy="15240"/>
          </a:xfrm>
          <a:prstGeom prst="roundRect">
            <a:avLst>
              <a:gd name="adj" fmla="val 625116"/>
            </a:avLst>
          </a:prstGeom>
          <a:solidFill>
            <a:srgbClr val="C5D2CF"/>
          </a:solidFill>
          <a:ln/>
        </p:spPr>
      </p:sp>
      <p:sp>
        <p:nvSpPr>
          <p:cNvPr id="13" name="Shape 11"/>
          <p:cNvSpPr/>
          <p:nvPr/>
        </p:nvSpPr>
        <p:spPr>
          <a:xfrm>
            <a:off x="793790" y="5153739"/>
            <a:ext cx="6521410" cy="1306949"/>
          </a:xfrm>
          <a:prstGeom prst="roundRect">
            <a:avLst>
              <a:gd name="adj" fmla="val 7289"/>
            </a:avLst>
          </a:prstGeom>
          <a:solidFill>
            <a:srgbClr val="DFECE9"/>
          </a:solidFill>
          <a:ln w="7620">
            <a:solidFill>
              <a:srgbClr val="C5D2C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95011" y="5607844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542014" y="53805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Senior-Level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542014" y="5870972"/>
            <a:ext cx="50277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Lead Programmer, Lead Designer, Art Director.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793790" y="67158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Opportunities also exist in Indie Game Development and Contract Work as a freelancer.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0571"/>
            <a:ext cx="105945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272D45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Conclusion: Is Game Development for You?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5524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Passion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042880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Love for games drives dedication.</a:t>
            </a:r>
            <a:endParaRPr lang="en-US" sz="1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6731" y="2686050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3710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Creativity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2861429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Innovation in design and storytelling.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2604" y="3074551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0050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Technical Skills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495449"/>
            <a:ext cx="3898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Proficiency in coding and software.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103" y="5300424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48235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2C3249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Continuous Learning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31399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Staying updated with new technologies.</a:t>
            </a:r>
            <a:endParaRPr lang="en-US" sz="17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1922978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38230" y="4911923"/>
            <a:ext cx="339328" cy="42422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793790" y="6743105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C3249"/>
                </a:solidFill>
                <a:latin typeface="Martel Sans" pitchFamily="34" charset="0"/>
                <a:ea typeface="Martel Sans" pitchFamily="34" charset="-122"/>
                <a:cs typeface="Martel Sans" pitchFamily="34" charset="-120"/>
              </a:rPr>
              <a:t>Game development is an exciting and rewarding career. Promotion typically takes 2-3 years. Adaptability and continuous learning are essential for success.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2025-05-25T12:16:17Z</dcterms:created>
  <dcterms:modified xsi:type="dcterms:W3CDTF">2025-05-25T12:16:17Z</dcterms:modified>
</cp:coreProperties>
</file>