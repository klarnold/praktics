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2152174"/>
            <a:ext cx="7468553" cy="2112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The Future of IT in Biometrics: Beyond Recognition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24124" y="4623197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Explore the transformative trends shaping biometrics. From AI to privacy, discover how IT drives innovation in identity verification.</a:t>
            </a:r>
            <a:endParaRPr lang="en-US" sz="1850" dirty="0"/>
          </a:p>
        </p:txBody>
      </p:sp>
      <p:sp>
        <p:nvSpPr>
          <p:cNvPr id="5" name="Shape 2"/>
          <p:cNvSpPr/>
          <p:nvPr/>
        </p:nvSpPr>
        <p:spPr>
          <a:xfrm>
            <a:off x="6324124" y="5676305"/>
            <a:ext cx="382905" cy="382905"/>
          </a:xfrm>
          <a:prstGeom prst="roundRect">
            <a:avLst>
              <a:gd name="adj" fmla="val 23878209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1744" y="5683925"/>
            <a:ext cx="367665" cy="36766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26687" y="5658445"/>
            <a:ext cx="2255758" cy="418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350" b="1" dirty="0">
                <a:solidFill>
                  <a:srgbClr val="272525"/>
                </a:solidFill>
                <a:latin typeface="Source Sans Pro Bold" pitchFamily="34" charset="0"/>
                <a:ea typeface="Source Sans Pro Bold" pitchFamily="34" charset="-122"/>
                <a:cs typeface="Source Sans Pro Bold" pitchFamily="34" charset="-120"/>
              </a:rPr>
              <a:t>by Лев Кузнецов</a:t>
            </a:r>
            <a:endParaRPr lang="en-US" sz="2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992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3926443"/>
            <a:ext cx="11201995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Current State of Biometrics: A Quick Review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837724" y="4989433"/>
            <a:ext cx="4158734" cy="2305883"/>
          </a:xfrm>
          <a:prstGeom prst="roundRect">
            <a:avLst>
              <a:gd name="adj" fmla="val 4360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84659" y="5236369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Market Growth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84659" y="5731907"/>
            <a:ext cx="366486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From $36.6B in 2023 to $86.1B by 2029 (15.4% CAGR)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5235773" y="4989433"/>
            <a:ext cx="4158734" cy="2305883"/>
          </a:xfrm>
          <a:prstGeom prst="roundRect">
            <a:avLst>
              <a:gd name="adj" fmla="val 4360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2709" y="5236369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Core Technologies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82709" y="5731907"/>
            <a:ext cx="366486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Fingerprint (28%)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5482709" y="6198632"/>
            <a:ext cx="366486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Facial Recognition (22%)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5482709" y="6665357"/>
            <a:ext cx="366486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Iris Scanning (15%)</a:t>
            </a:r>
            <a:endParaRPr lang="en-US" sz="1850" dirty="0"/>
          </a:p>
        </p:txBody>
      </p:sp>
      <p:sp>
        <p:nvSpPr>
          <p:cNvPr id="12" name="Shape 9"/>
          <p:cNvSpPr/>
          <p:nvPr/>
        </p:nvSpPr>
        <p:spPr>
          <a:xfrm>
            <a:off x="9633823" y="4989433"/>
            <a:ext cx="4158734" cy="2305883"/>
          </a:xfrm>
          <a:prstGeom prst="roundRect">
            <a:avLst>
              <a:gd name="adj" fmla="val 4360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880759" y="5236369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Adoption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9880759" y="5731907"/>
            <a:ext cx="366486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86% of smartphones use biometrics for authentication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2003108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Trend 1: AI and Deep Learning Integration</a:t>
            </a:r>
            <a:endParaRPr lang="en-US" sz="44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124" y="3770114"/>
            <a:ext cx="572453" cy="57245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324124" y="4581882"/>
            <a:ext cx="229004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Accuracy Boost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6324124" y="5077420"/>
            <a:ext cx="2290048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Facial recognition hits 99.97% accuracy in tests</a:t>
            </a:r>
            <a:endParaRPr lang="en-US" sz="18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3376" y="3770114"/>
            <a:ext cx="572453" cy="57245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913376" y="4581882"/>
            <a:ext cx="229004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Faster Matching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8913376" y="5077420"/>
            <a:ext cx="2290048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Deep learning speeds biometric matching by 40%</a:t>
            </a:r>
            <a:endParaRPr lang="en-US" sz="18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02628" y="3770114"/>
            <a:ext cx="572453" cy="57245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502628" y="4581882"/>
            <a:ext cx="229004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Innovative Uses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11502628" y="5077420"/>
            <a:ext cx="2290048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AI analyses gait for early Parkinson's detection</a:t>
            </a:r>
            <a:endParaRPr lang="en-US" sz="1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1295995"/>
            <a:ext cx="7468553" cy="2112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Trend 2: Multi-Modal Biometrics for Enhanced Security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837724" y="3767018"/>
            <a:ext cx="538520" cy="538520"/>
          </a:xfrm>
          <a:prstGeom prst="roundRect">
            <a:avLst>
              <a:gd name="adj" fmla="val 18670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615559" y="3849291"/>
            <a:ext cx="280689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Error Reduction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615559" y="4344829"/>
            <a:ext cx="2806898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Combining face, voice, and fingerprint cuts errors by 60%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4721662" y="3767018"/>
            <a:ext cx="538520" cy="538520"/>
          </a:xfrm>
          <a:prstGeom prst="roundRect">
            <a:avLst>
              <a:gd name="adj" fmla="val 18670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99497" y="3849291"/>
            <a:ext cx="280689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Spoofing Protection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99497" y="4344829"/>
            <a:ext cx="2806898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Liveness detection with multiple sensors prevents fraud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837724" y="5972651"/>
            <a:ext cx="538520" cy="538520"/>
          </a:xfrm>
          <a:prstGeom prst="roundRect">
            <a:avLst>
              <a:gd name="adj" fmla="val 18670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615559" y="605492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Seamless Travel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615559" y="6550462"/>
            <a:ext cx="669071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Airports use iris and facial scans for fast passenger flow</a:t>
            </a:r>
            <a:endParaRPr lang="en-US" sz="1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677239"/>
            <a:ext cx="11153537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Trend 3: Biometric IoT and Edge Computing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97954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Smart Integration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7724" y="4570809"/>
            <a:ext cx="3928586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Biometric authentication in home devices and assistants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5357813" y="397954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Edge Computing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57813" y="4570809"/>
            <a:ext cx="3928586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Real-time data processing reduces latency and boosts privacy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9877901" y="397954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In-Car Monitoring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7901" y="4570809"/>
            <a:ext cx="3928586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Driver’s face and heartbeat detect health and enable ignition</a:t>
            </a:r>
            <a:endParaRPr lang="en-US" sz="1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924878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Trend 4: Blockchain and Biometric Identity</a:t>
            </a:r>
            <a:endParaRPr lang="en-US" sz="44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24" y="2691884"/>
            <a:ext cx="1196816" cy="143625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393513" y="2931200"/>
            <a:ext cx="2885599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Decentralised Security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2393513" y="3426738"/>
            <a:ext cx="591276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Blockchain protects biometric data from tampering</a:t>
            </a:r>
            <a:endParaRPr lang="en-US" sz="18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4128135"/>
            <a:ext cx="1196816" cy="174021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393513" y="436745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Privacy Enhancement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2393513" y="4862989"/>
            <a:ext cx="591276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Secure, transparent biometric identity management systems</a:t>
            </a:r>
            <a:endParaRPr lang="en-US" sz="18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724" y="5868352"/>
            <a:ext cx="1196816" cy="143625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393513" y="610766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Real-World Example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2393513" y="6603206"/>
            <a:ext cx="591276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Estonia's e-Residency uses blockchain to verify identity</a:t>
            </a:r>
            <a:endParaRPr lang="en-US" sz="1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256348"/>
            <a:ext cx="8880634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Ethical and Privacy Considerations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2231946" y="285202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Data Security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7724" y="3347561"/>
            <a:ext cx="421040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Strong encryption like AES-256 and SHA-3 prevents breaches</a:t>
            </a:r>
            <a:endParaRPr lang="en-US" sz="18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48131" y="2439114"/>
            <a:ext cx="4534138" cy="45341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21266" y="3670221"/>
            <a:ext cx="336590" cy="420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265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4"/>
          <p:cNvSpPr/>
          <p:nvPr/>
        </p:nvSpPr>
        <p:spPr>
          <a:xfrm>
            <a:off x="9582269" y="285202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Privacy Compliance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582269" y="3347561"/>
            <a:ext cx="421040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GDPR mandates transparent data collection and usage</a:t>
            </a:r>
            <a:endParaRPr lang="en-US" sz="18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8131" y="2439114"/>
            <a:ext cx="4534138" cy="453413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972306" y="3670221"/>
            <a:ext cx="336590" cy="420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265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2</a:t>
            </a:r>
            <a:endParaRPr lang="en-US" sz="2650" dirty="0"/>
          </a:p>
        </p:txBody>
      </p:sp>
      <p:sp>
        <p:nvSpPr>
          <p:cNvPr id="11" name="Text 7"/>
          <p:cNvSpPr/>
          <p:nvPr/>
        </p:nvSpPr>
        <p:spPr>
          <a:xfrm>
            <a:off x="9582269" y="529863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Bias Mitigation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9582269" y="5794177"/>
            <a:ext cx="421040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AI models trained on diverse data reduce discrimination</a:t>
            </a:r>
            <a:endParaRPr lang="en-US" sz="18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131" y="2439114"/>
            <a:ext cx="4534138" cy="453413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72306" y="5321260"/>
            <a:ext cx="336590" cy="420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265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3</a:t>
            </a:r>
            <a:endParaRPr lang="en-US" sz="2650" dirty="0"/>
          </a:p>
        </p:txBody>
      </p:sp>
      <p:sp>
        <p:nvSpPr>
          <p:cNvPr id="15" name="Text 10"/>
          <p:cNvSpPr/>
          <p:nvPr/>
        </p:nvSpPr>
        <p:spPr>
          <a:xfrm>
            <a:off x="2231946" y="529863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Regulatory Oversight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837724" y="5794177"/>
            <a:ext cx="421040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UK Biometrics Commissioner ensures ethical use</a:t>
            </a:r>
            <a:endParaRPr lang="en-US" sz="18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8131" y="2439114"/>
            <a:ext cx="4534138" cy="453413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321266" y="5321260"/>
            <a:ext cx="336590" cy="420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265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4</a:t>
            </a:r>
            <a:endParaRPr lang="en-US" sz="2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4025" y="932021"/>
            <a:ext cx="7595949" cy="1300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00"/>
              </a:lnSpc>
              <a:buNone/>
            </a:pPr>
            <a:r>
              <a:rPr lang="en-US" sz="4050" dirty="0">
                <a:solidFill>
                  <a:srgbClr val="00000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The Future is Here: Applications and Opportunities</a:t>
            </a:r>
            <a:endParaRPr lang="en-US" sz="4050" dirty="0"/>
          </a:p>
        </p:txBody>
      </p:sp>
      <p:sp>
        <p:nvSpPr>
          <p:cNvPr id="4" name="Shape 1"/>
          <p:cNvSpPr/>
          <p:nvPr/>
        </p:nvSpPr>
        <p:spPr>
          <a:xfrm>
            <a:off x="774025" y="2564606"/>
            <a:ext cx="165854" cy="811530"/>
          </a:xfrm>
          <a:prstGeom prst="roundRect">
            <a:avLst>
              <a:gd name="adj" fmla="val 56004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271588" y="2564606"/>
            <a:ext cx="2601754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Healthcare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271588" y="3022402"/>
            <a:ext cx="7098387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Wearables for remote monitoring and drug adherence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1105733" y="3597235"/>
            <a:ext cx="165854" cy="811530"/>
          </a:xfrm>
          <a:prstGeom prst="roundRect">
            <a:avLst>
              <a:gd name="adj" fmla="val 56004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3296" y="3597235"/>
            <a:ext cx="2601754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Finance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603296" y="4055031"/>
            <a:ext cx="6766679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Behavioural biometrics detect fraud using keystrokes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1437442" y="4629864"/>
            <a:ext cx="165854" cy="811530"/>
          </a:xfrm>
          <a:prstGeom prst="roundRect">
            <a:avLst>
              <a:gd name="adj" fmla="val 56004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935004" y="4629864"/>
            <a:ext cx="2601754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Retail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935004" y="5087660"/>
            <a:ext cx="6434971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Emotion and facial recognition personalise shopping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1769150" y="5662493"/>
            <a:ext cx="165854" cy="811530"/>
          </a:xfrm>
          <a:prstGeom prst="roundRect">
            <a:avLst>
              <a:gd name="adj" fmla="val 56004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66712" y="5662493"/>
            <a:ext cx="2601754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Law Enforcement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2266712" y="6120289"/>
            <a:ext cx="6103263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Real-time facial recognition speeds suspect ID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774025" y="6943844"/>
            <a:ext cx="7595949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Biometrics will soon be invisible and integrated everywhere.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2025-05-25T12:17:11Z</dcterms:created>
  <dcterms:modified xsi:type="dcterms:W3CDTF">2025-05-25T12:17:11Z</dcterms:modified>
</cp:coreProperties>
</file>