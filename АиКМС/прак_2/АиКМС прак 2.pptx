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61" r:id="rId3"/>
    <p:sldId id="262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36" y="1152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90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055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01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91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46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90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5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01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51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49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648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363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5766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862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725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16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D99E7-D6D0-4C3D-A150-02EDCE6F865C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2E46856D-1F0C-4E3D-8F23-25474C153E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42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6814868" cy="672859"/>
          </a:xfrm>
        </p:spPr>
        <p:txBody>
          <a:bodyPr/>
          <a:lstStyle/>
          <a:p>
            <a:r>
              <a:rPr lang="ru-RU" sz="4000" dirty="0" smtClean="0"/>
              <a:t>Практическая работа №2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761101"/>
            <a:ext cx="7766936" cy="109689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Работу выполнил</a:t>
            </a:r>
          </a:p>
          <a:p>
            <a:pPr algn="l"/>
            <a:r>
              <a:rPr lang="ru-RU" dirty="0" smtClean="0"/>
              <a:t>Студент группы ИКБО-20-23</a:t>
            </a:r>
          </a:p>
          <a:p>
            <a:pPr algn="l"/>
            <a:r>
              <a:rPr lang="ru-RU" dirty="0" smtClean="0"/>
              <a:t>Кузнецов Лев</a:t>
            </a:r>
          </a:p>
        </p:txBody>
      </p:sp>
    </p:spTree>
    <p:extLst>
      <p:ext uri="{BB962C8B-B14F-4D97-AF65-F5344CB8AC3E}">
        <p14:creationId xmlns:p14="http://schemas.microsoft.com/office/powerpoint/2010/main" val="342341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Выполнение задания №1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ru-RU" dirty="0" smtClean="0"/>
              <a:t>Составил таблицу взаимодействий варианта: </a:t>
            </a:r>
            <a:r>
              <a:rPr lang="ru-RU" dirty="0"/>
              <a:t>«Клиент банка может пополнить счет, в случае отсутствия счета предварительно открыв его, или снять деньги со счета, с возможностью его закрытия. В каждом из описанных действий участвует </a:t>
            </a:r>
            <a:r>
              <a:rPr lang="ru-RU" dirty="0" err="1"/>
              <a:t>операционист</a:t>
            </a:r>
            <a:r>
              <a:rPr lang="ru-RU" dirty="0"/>
              <a:t> банка и кассир.» 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28" y="3429000"/>
            <a:ext cx="5050472" cy="25697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806" y="2745997"/>
            <a:ext cx="4629009" cy="411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</a:t>
            </a:r>
            <a:r>
              <a:rPr lang="ru-RU" dirty="0" smtClean="0"/>
              <a:t>диаграмма 1-го задания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 основе предыдущего слайда составил </a:t>
            </a:r>
            <a:r>
              <a:rPr lang="en-US" dirty="0" smtClean="0"/>
              <a:t>Use Case </a:t>
            </a:r>
            <a:r>
              <a:rPr lang="ru-RU" dirty="0" smtClean="0"/>
              <a:t>диаграмму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472965" y="2995448"/>
            <a:ext cx="6955165" cy="386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4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Построение таблицы взаимодействий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96989"/>
            <a:ext cx="4900969" cy="2850633"/>
          </a:xfrm>
        </p:spPr>
        <p:txBody>
          <a:bodyPr/>
          <a:lstStyle/>
          <a:p>
            <a:r>
              <a:rPr lang="ru-RU" dirty="0" smtClean="0"/>
              <a:t>На основе предыдущего слайда составил таблицу взаимодействий по требуемым критериям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23" y="2270234"/>
            <a:ext cx="4396139" cy="45877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303" y="1296989"/>
            <a:ext cx="4522983" cy="51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7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Построение </a:t>
            </a:r>
            <a:r>
              <a:rPr lang="en-US" dirty="0" smtClean="0"/>
              <a:t>Use Case </a:t>
            </a:r>
            <a:r>
              <a:rPr lang="ru-RU" dirty="0" smtClean="0"/>
              <a:t>диаграммы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ru-RU" dirty="0" smtClean="0"/>
              <a:t>Для подведения итогов проделанной работы, построил </a:t>
            </a:r>
            <a:r>
              <a:rPr lang="en-US" dirty="0" smtClean="0"/>
              <a:t>Use Case </a:t>
            </a:r>
            <a:r>
              <a:rPr lang="ru-RU" dirty="0" smtClean="0"/>
              <a:t>диаграмму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472966" y="2349062"/>
            <a:ext cx="7584253" cy="450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6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8834" y="3048000"/>
            <a:ext cx="8596668" cy="132080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71434" y="3708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конец </a:t>
            </a:r>
            <a:r>
              <a:rPr lang="ru-RU" dirty="0"/>
              <a:t>презентации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546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103</Words>
  <Application>Microsoft Office PowerPoint</Application>
  <PresentationFormat>Широкоэкранный</PresentationFormat>
  <Paragraphs>14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Грань</vt:lpstr>
      <vt:lpstr>Практическая работа №2</vt:lpstr>
      <vt:lpstr>Выполнение задания №1</vt:lpstr>
      <vt:lpstr>Use Case диаграмма 1-го задания</vt:lpstr>
      <vt:lpstr>Построение таблицы взаимодействий</vt:lpstr>
      <vt:lpstr>Построение Use Case диаграммы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№2</dc:title>
  <dc:creator>Учетная запись Майкрософт</dc:creator>
  <cp:lastModifiedBy>Учетная запись Майкрософт</cp:lastModifiedBy>
  <cp:revision>16</cp:revision>
  <dcterms:created xsi:type="dcterms:W3CDTF">2025-02-17T16:05:35Z</dcterms:created>
  <dcterms:modified xsi:type="dcterms:W3CDTF">2025-02-25T08:34:10Z</dcterms:modified>
</cp:coreProperties>
</file>