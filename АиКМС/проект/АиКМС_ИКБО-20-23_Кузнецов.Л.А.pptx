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68A24CC-D54D-4560-B335-2848142A6A0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914" y="852"/>
      </p:cViewPr>
      <p:guideLst>
        <p:guide orient="horz" pos="2137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875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46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55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667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15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8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19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100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317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29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3680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324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4882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030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571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09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FE111-F30E-45A9-ACAB-B177A38AF420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B9B0E13-5D34-4267-B18F-5E5DC8DF3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077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1273" y="-1211025"/>
            <a:ext cx="8825658" cy="2677648"/>
          </a:xfrm>
        </p:spPr>
        <p:txBody>
          <a:bodyPr/>
          <a:lstStyle/>
          <a:p>
            <a:r>
              <a:rPr lang="ru-RU" dirty="0" smtClean="0"/>
              <a:t>Проектная работа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41865" y="5297642"/>
            <a:ext cx="8825658" cy="1087392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ru-RU" dirty="0" smtClean="0"/>
              <a:t>Работу выполнил Студент</a:t>
            </a:r>
          </a:p>
          <a:p>
            <a:pPr algn="r"/>
            <a:r>
              <a:rPr lang="ru-RU" dirty="0" smtClean="0"/>
              <a:t>из группы Икбо-20-23</a:t>
            </a:r>
          </a:p>
          <a:p>
            <a:pPr algn="r"/>
            <a:r>
              <a:rPr lang="ru-RU" dirty="0" smtClean="0"/>
              <a:t>Кузнецов лев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7207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332" y="0"/>
            <a:ext cx="8911687" cy="1280890"/>
          </a:xfrm>
        </p:spPr>
        <p:txBody>
          <a:bodyPr/>
          <a:lstStyle/>
          <a:p>
            <a:r>
              <a:rPr lang="ru-RU" dirty="0" smtClean="0"/>
              <a:t>Выбор темы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364" y="1534510"/>
            <a:ext cx="6870098" cy="3777622"/>
          </a:xfrm>
        </p:spPr>
        <p:txBody>
          <a:bodyPr/>
          <a:lstStyle/>
          <a:p>
            <a:r>
              <a:rPr lang="ru-RU" dirty="0" smtClean="0"/>
              <a:t>В качестве персонального варианта была выбрана следующая система: сервис продажи онлайн-курсов</a:t>
            </a:r>
            <a:endParaRPr lang="ru-RU" dirty="0"/>
          </a:p>
        </p:txBody>
      </p:sp>
      <p:pic>
        <p:nvPicPr>
          <p:cNvPr id="1026" name="Picture 2" descr="https://avatars.mds.yandex.net/i?id=e3ce88ed7574a10bdee56cc0dafe8013e61b4cde-12154353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515" y="2366320"/>
            <a:ext cx="4572000" cy="277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avatars.mds.yandex.net/i?id=6647b4f82d05e3be32346fafde6b59799954b6e6-5354520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727" y="5312132"/>
            <a:ext cx="4883372" cy="1088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avatars.mds.yandex.net/i?id=83d5d8f85afbe99d409f3b561fa850e07dc47fe5-10848716-images-thumbs&amp;n=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090" y="2367128"/>
            <a:ext cx="6186344" cy="277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62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9187" y="0"/>
            <a:ext cx="10006888" cy="1280890"/>
          </a:xfrm>
        </p:spPr>
        <p:txBody>
          <a:bodyPr/>
          <a:lstStyle/>
          <a:p>
            <a:r>
              <a:rPr lang="ru-RU" dirty="0" smtClean="0"/>
              <a:t>Описание функционала выбранной темы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38300" y="885506"/>
            <a:ext cx="3753507" cy="3777622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Желаемые результаты </a:t>
            </a:r>
            <a:endParaRPr lang="ru-RU" b="1" dirty="0" smtClean="0"/>
          </a:p>
          <a:p>
            <a:pPr marL="0" indent="0">
              <a:buNone/>
            </a:pPr>
            <a:r>
              <a:rPr lang="ru-RU" dirty="0" smtClean="0"/>
              <a:t>	При </a:t>
            </a:r>
            <a:r>
              <a:rPr lang="ru-RU" dirty="0"/>
              <a:t>успешном выполнении реализации созданной модели обучающегося ожидается массовый наплыв пользователей всех возрастов и специальностей, так как грамотные специалисты, дружелюбный интерфейс и поощрение лояльности позволять переманить на этот сайт клиентов, которые не могут решить, к какой же платформе онлайн обучения им обратиться за оказанием услуг.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513" y="885506"/>
            <a:ext cx="4116952" cy="565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6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566" y="0"/>
            <a:ext cx="8911687" cy="1280890"/>
          </a:xfrm>
        </p:spPr>
        <p:txBody>
          <a:bodyPr/>
          <a:lstStyle/>
          <a:p>
            <a:r>
              <a:rPr lang="ru-RU" dirty="0" smtClean="0"/>
              <a:t>Таблица взаимодействий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6275" y="1280890"/>
            <a:ext cx="8915400" cy="3777622"/>
          </a:xfrm>
        </p:spPr>
        <p:txBody>
          <a:bodyPr/>
          <a:lstStyle/>
          <a:p>
            <a:r>
              <a:rPr lang="ru-RU" dirty="0" err="1" smtClean="0"/>
              <a:t>ававав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377" y="775917"/>
            <a:ext cx="4858428" cy="530616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369" y="775917"/>
            <a:ext cx="4752960" cy="559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57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332" y="0"/>
            <a:ext cx="8911687" cy="1280890"/>
          </a:xfrm>
        </p:spPr>
        <p:txBody>
          <a:bodyPr/>
          <a:lstStyle/>
          <a:p>
            <a:r>
              <a:rPr lang="en-US" dirty="0" smtClean="0"/>
              <a:t>Use Case </a:t>
            </a:r>
            <a:r>
              <a:rPr lang="ru-RU" dirty="0" smtClean="0"/>
              <a:t>диаграмма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8619" y="1540189"/>
            <a:ext cx="8915400" cy="3777622"/>
          </a:xfrm>
        </p:spPr>
        <p:txBody>
          <a:bodyPr/>
          <a:lstStyle/>
          <a:p>
            <a:r>
              <a:rPr lang="ru-RU" dirty="0" smtClean="0"/>
              <a:t>ФФФФ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68738" y="863873"/>
            <a:ext cx="8672075" cy="537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24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566" y="40786"/>
            <a:ext cx="8911687" cy="1280890"/>
          </a:xfrm>
        </p:spPr>
        <p:txBody>
          <a:bodyPr/>
          <a:lstStyle/>
          <a:p>
            <a:r>
              <a:rPr lang="en-US" dirty="0" smtClean="0"/>
              <a:t>UML-</a:t>
            </a:r>
            <a:r>
              <a:rPr lang="ru-RU" dirty="0" smtClean="0"/>
              <a:t>модель системы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854057" y="1111995"/>
            <a:ext cx="6564729" cy="551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68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332" y="0"/>
            <a:ext cx="8911687" cy="1280890"/>
          </a:xfrm>
        </p:spPr>
        <p:txBody>
          <a:bodyPr/>
          <a:lstStyle/>
          <a:p>
            <a:r>
              <a:rPr lang="ru-RU" dirty="0" smtClean="0"/>
              <a:t>Диаграмма последовательности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974357" y="369719"/>
            <a:ext cx="15036856" cy="563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49" y="1274779"/>
            <a:ext cx="4069885" cy="2083202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6016651" y="1280890"/>
            <a:ext cx="6029763" cy="3777622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212332" y="3784336"/>
            <a:ext cx="5660585" cy="259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74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566" y="0"/>
            <a:ext cx="8911687" cy="1280890"/>
          </a:xfrm>
        </p:spPr>
        <p:txBody>
          <a:bodyPr/>
          <a:lstStyle/>
          <a:p>
            <a:r>
              <a:rPr lang="ru-RU" dirty="0" smtClean="0"/>
              <a:t>Диаграмма классов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074" y="1194133"/>
            <a:ext cx="8713549" cy="553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96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554" y="0"/>
            <a:ext cx="8911687" cy="1280890"/>
          </a:xfrm>
        </p:spPr>
        <p:txBody>
          <a:bodyPr/>
          <a:lstStyle/>
          <a:p>
            <a:r>
              <a:rPr lang="ru-RU" dirty="0" smtClean="0"/>
              <a:t>Описание диаграммы классов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64" y="1280890"/>
            <a:ext cx="5428413" cy="520073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986" y="1280890"/>
            <a:ext cx="5678509" cy="517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79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553" y="0"/>
            <a:ext cx="8911687" cy="1280890"/>
          </a:xfrm>
        </p:spPr>
        <p:txBody>
          <a:bodyPr/>
          <a:lstStyle/>
          <a:p>
            <a:r>
              <a:rPr lang="ru-RU" dirty="0" smtClean="0"/>
              <a:t>Диаграмма состояний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21971"/>
            <a:ext cx="9286876" cy="279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05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566" y="0"/>
            <a:ext cx="8911687" cy="1280890"/>
          </a:xfrm>
        </p:spPr>
        <p:txBody>
          <a:bodyPr/>
          <a:lstStyle/>
          <a:p>
            <a:r>
              <a:rPr lang="ru-RU" dirty="0" smtClean="0"/>
              <a:t>Диаграмма деятельности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805382"/>
            <a:ext cx="4751867" cy="589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31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225" y="0"/>
            <a:ext cx="8911687" cy="1280890"/>
          </a:xfrm>
        </p:spPr>
        <p:txBody>
          <a:bodyPr/>
          <a:lstStyle/>
          <a:p>
            <a:r>
              <a:rPr lang="ru-RU" dirty="0" smtClean="0"/>
              <a:t>Диаграмма компонентов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493" y="1280890"/>
            <a:ext cx="9513889" cy="492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925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525" y="0"/>
            <a:ext cx="8911687" cy="1280890"/>
          </a:xfrm>
        </p:spPr>
        <p:txBody>
          <a:bodyPr/>
          <a:lstStyle/>
          <a:p>
            <a:r>
              <a:rPr lang="ru-RU" dirty="0" smtClean="0"/>
              <a:t>Диаграмма развёртывания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063" y="982333"/>
            <a:ext cx="8351838" cy="551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5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225" y="0"/>
            <a:ext cx="8911687" cy="1280890"/>
          </a:xfrm>
        </p:spPr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485457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1896</TotalTime>
  <Words>57</Words>
  <Application>Microsoft Office PowerPoint</Application>
  <PresentationFormat>Широкоэкранный</PresentationFormat>
  <Paragraphs>22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Легкий дым</vt:lpstr>
      <vt:lpstr>Проектная работа</vt:lpstr>
      <vt:lpstr>Выбор темы проекта</vt:lpstr>
      <vt:lpstr>Описание функционала выбранной темы</vt:lpstr>
      <vt:lpstr>Таблица взаимодействий</vt:lpstr>
      <vt:lpstr>Use Case диаграмма</vt:lpstr>
      <vt:lpstr>UML-модель системы</vt:lpstr>
      <vt:lpstr>Диаграмма последовательности</vt:lpstr>
      <vt:lpstr>Диаграмма классов</vt:lpstr>
      <vt:lpstr>Описание диаграммы классов</vt:lpstr>
      <vt:lpstr>Диаграмма состояний</vt:lpstr>
      <vt:lpstr>Диаграмма деятельности</vt:lpstr>
      <vt:lpstr>Диаграмма компонентов</vt:lpstr>
      <vt:lpstr>Диаграмма развёртывания</vt:lpstr>
      <vt:lpstr>Заключение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Проектная работа</dc:title>
  <dc:creator>Учетная запись Майкрософт</dc:creator>
  <cp:lastModifiedBy>Учетная запись Майкрософт</cp:lastModifiedBy>
  <cp:revision>24</cp:revision>
  <dcterms:created xsi:type="dcterms:W3CDTF">2025-04-15T08:33:57Z</dcterms:created>
  <dcterms:modified xsi:type="dcterms:W3CDTF">2025-04-21T08:51:50Z</dcterms:modified>
</cp:coreProperties>
</file>